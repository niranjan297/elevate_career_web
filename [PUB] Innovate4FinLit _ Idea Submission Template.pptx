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bold.fntdata"/><Relationship Id="rId25" Type="http://schemas.openxmlformats.org/officeDocument/2006/relationships/font" Target="fonts/PoppinsMedium-regular.fntdata"/><Relationship Id="rId28" Type="http://schemas.openxmlformats.org/officeDocument/2006/relationships/font" Target="fonts/PoppinsMedium-boldItalic.fntdata"/><Relationship Id="rId27" Type="http://schemas.openxmlformats.org/officeDocument/2006/relationships/font" Target="fonts/Poppi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19" Type="http://schemas.openxmlformats.org/officeDocument/2006/relationships/font" Target="fonts/ProximaNova-italic.fntdata"/><Relationship Id="rId1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190962b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190962b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190962bf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190962bf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190962b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190962b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190962bf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190962bf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190962bf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190962bf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90962bf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90962bf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90962bf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90962bf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90962bf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190962bf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90962bf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190962bf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90962bf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90962bf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7527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2740653"/>
            <a:ext cx="9144000" cy="141300"/>
          </a:xfrm>
          <a:prstGeom prst="rect">
            <a:avLst/>
          </a:prstGeom>
          <a:solidFill>
            <a:srgbClr val="1B9C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31918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Name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666945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Leader Name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11705" y="41420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769325"/>
            <a:ext cx="2909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Brief about the </a:t>
            </a:r>
            <a:r>
              <a:rPr lang="en-GB" sz="1600">
                <a:latin typeface="Poppins Medium"/>
                <a:ea typeface="Poppins Medium"/>
                <a:cs typeface="Poppins Medium"/>
                <a:sym typeface="Poppins Medium"/>
              </a:rPr>
              <a:t>Idea</a:t>
            </a: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</a:t>
            </a:r>
            <a:endParaRPr sz="16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249900" y="1006525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</a:t>
            </a:r>
            <a:r>
              <a:rPr lang="en-GB" sz="15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Opportunity should be able to explain the following:</a:t>
            </a:r>
            <a:endParaRPr sz="15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1D54"/>
              </a:buClr>
              <a:buSzPts val="1500"/>
              <a:buFont typeface="Poppins"/>
              <a:buChar char="●"/>
            </a:pPr>
            <a:r>
              <a:rPr lang="en-GB" sz="15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 sz="15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1D54"/>
              </a:buClr>
              <a:buSzPts val="1500"/>
              <a:buFont typeface="Poppins"/>
              <a:buChar char="●"/>
            </a:pPr>
            <a:r>
              <a:rPr lang="en-GB" sz="15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 sz="15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1D54"/>
              </a:buClr>
              <a:buSzPts val="1300"/>
              <a:buFont typeface="Poppins"/>
              <a:buChar char="●"/>
            </a:pPr>
            <a:r>
              <a:rPr lang="en-GB" sz="15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 </a:t>
            </a:r>
            <a:r>
              <a:rPr lang="en-GB" sz="13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endParaRPr sz="13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84950"/>
            <a:ext cx="74865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 of features offered by the solution</a:t>
            </a:r>
            <a:endParaRPr sz="15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4055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 flow diagram or Use-case diagram</a:t>
            </a:r>
            <a:endParaRPr sz="16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Wireframes/Mock diagrams of the proposed solution</a:t>
            </a:r>
            <a:endParaRPr sz="16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7464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Architecture diagram of the proposed solution</a:t>
            </a:r>
            <a:endParaRPr sz="160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716275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Technologies to be used in the solution:</a:t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716275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Estimated implementation cost (optional):</a:t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Frame 6.png"/>
          <p:cNvPicPr preferRelativeResize="0"/>
          <p:nvPr/>
        </p:nvPicPr>
        <p:blipFill rotWithShape="1">
          <a:blip r:embed="rId3">
            <a:alphaModFix/>
          </a:blip>
          <a:srcRect b="4736" l="0" r="0" t="5730"/>
          <a:stretch/>
        </p:blipFill>
        <p:spPr>
          <a:xfrm>
            <a:off x="0" y="0"/>
            <a:ext cx="9144000" cy="5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 as per the requirements for the hackathon:</a:t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Frame 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